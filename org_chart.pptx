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42A45"/>
                </a:solidFill>
                <a:latin typeface="Calibri"/>
              </a:rPr>
              <a:t>LUKE HAWKINS</a:t>
            </a:r>
            <a:r>
              <a:rPr sz="1800" b="0">
                <a:solidFill>
                  <a:srgbClr val="2E86C1"/>
                </a:solidFill>
                <a:latin typeface="Calibri"/>
              </a:rPr>
              <a:t>   |   Company Org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90007" y="868680"/>
            <a:ext cx="2011680" cy="566928"/>
          </a:xfrm>
          <a:prstGeom prst="roundRect">
            <a:avLst/>
          </a:prstGeom>
          <a:solidFill>
            <a:srgbClr val="C0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CEO / GM
Luke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1435607"/>
            <a:ext cx="0" cy="192025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358158" y="1627632"/>
            <a:ext cx="9475378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58158" y="1627632"/>
            <a:ext cx="0" cy="155448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27002" y="1627632"/>
            <a:ext cx="0" cy="155448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5847" y="1627632"/>
            <a:ext cx="0" cy="155448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64692" y="1627632"/>
            <a:ext cx="0" cy="155448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833536" y="1627632"/>
            <a:ext cx="0" cy="155448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783080"/>
            <a:ext cx="2167676" cy="4572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8158" y="2240280"/>
            <a:ext cx="0" cy="118872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" y="2359152"/>
            <a:ext cx="2167676" cy="566928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Sales Manager
Luke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3127248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Salesperson: Lisa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8912" y="3355848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4632" y="3694176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Salesperson: Sarah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8912" y="3922776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84632" y="4261104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Salesperson: Brad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8912" y="4489704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84632" y="4828031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Call Setter: Sarika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8912" y="5056631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84632" y="5394960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Message Setter: Fernando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8912" y="5623560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38912" y="2926080"/>
            <a:ext cx="0" cy="269748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643164" y="1783080"/>
            <a:ext cx="2167676" cy="4572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MARKETING &amp; MEDIA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27002" y="2240280"/>
            <a:ext cx="0" cy="118872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643164" y="2359152"/>
            <a:ext cx="2167676" cy="566928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Marketing Manager
Eros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53476" y="3127248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Content Mgr &amp; Website: Zee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807756" y="3355848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853476" y="3694176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Video Editor: Ace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807756" y="3922776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853476" y="4261104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Video Editor: Mammit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807756" y="4489704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807756" y="2926080"/>
            <a:ext cx="0" cy="1563624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012009" y="1783080"/>
            <a:ext cx="2167676" cy="4572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5847" y="2240280"/>
            <a:ext cx="0" cy="118872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012009" y="2359152"/>
            <a:ext cx="2167676" cy="566928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Operations Manager
Daniel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22321" y="3127248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Operations Support: Nawal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176601" y="3355848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222321" y="3694176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Admin Lead / Graphics: Kate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176601" y="3922776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222321" y="4261104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Admin: LJ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176601" y="4489704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222321" y="4828031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Admin &amp; Student Support: Charms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176601" y="5056631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222321" y="5394960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Admin: Shine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176601" y="5623560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176601" y="2926080"/>
            <a:ext cx="0" cy="269748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380853" y="1783080"/>
            <a:ext cx="2167676" cy="4572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FINANCE &amp; LEGAL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464692" y="2240280"/>
            <a:ext cx="0" cy="118872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7380853" y="2359152"/>
            <a:ext cx="2167676" cy="566928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Finance Manager / CFO
(vacant)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91165" y="3127248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Accountant: Narissa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545445" y="3355848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591165" y="3694176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Bookkeeper: Kristine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545445" y="3922776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7591165" y="4261104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Asst Bookkeeper: Fatima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545445" y="4489704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545445" y="2926080"/>
            <a:ext cx="0" cy="1563624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9749698" y="1783080"/>
            <a:ext cx="2167676" cy="4572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FULFILMENT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0833536" y="2240280"/>
            <a:ext cx="0" cy="118872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749698" y="2359152"/>
            <a:ext cx="2167676" cy="566928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Head Coach
Luke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960010" y="3127248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Support Coach &amp; Events Mgr: Bernice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914290" y="3355848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9960010" y="3694176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Support Coach &amp; Events: Sascha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914290" y="3922776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9960010" y="4261104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Support Coach &amp; Events: Zoe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914290" y="4489704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9960010" y="4828031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Support Coach &amp; Confirmer: Fran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914290" y="5056631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9960010" y="5394960"/>
            <a:ext cx="1957364" cy="457200"/>
          </a:xfrm>
          <a:prstGeom prst="roundRect">
            <a:avLst/>
          </a:prstGeom>
          <a:solidFill>
            <a:srgbClr val="D6E6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42A45"/>
                </a:solidFill>
                <a:latin typeface="Calibri"/>
              </a:rPr>
              <a:t>Support Coach &amp; Events: Moe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914290" y="5623560"/>
            <a:ext cx="45720" cy="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914290" y="2926080"/>
            <a:ext cx="0" cy="2697480"/>
          </a:xfrm>
          <a:prstGeom prst="line">
            <a:avLst/>
          </a:prstGeom>
          <a:ln w="19050">
            <a:solidFill>
              <a:srgbClr val="9AA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74320" y="647395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2E86C1"/>
                </a:solidFill>
                <a:latin typeface="Calibri"/>
              </a:rPr>
              <a:t>Total team: 24 people (incl. Luke) · 1 vacant role (Finance Mgr/CFO)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